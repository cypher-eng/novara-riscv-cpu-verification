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1–2 分钟过一遍今天的节奏：告诉学生这节 60 分钟大课分成哪几块、各块大概多长时间，让他们心里有数。强调这是“主导师讲概念、助教带动手”的安排——今天先建立思路和方法，所有上机细节稍后交给助教在 lab 里逐步带。不要在这页停太久，快速进入正题。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12分钟。先打破一个直觉：能不能把所有情况都跑一遍看看？不能——现代芯片有数十亿晶体管，状态空间天文数字。验证工程师的工作不是穷举，而是设计聪明的测试，用最少的测试拿到最大的信心。把问题收束成右下角那句话：哪些测试最能给我们信心？这为下面“好测试的标准”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约15分钟。好测试的三要素：明确目的（一次只验一个行为，比如验证 ADD 真的在加）；已知的预期结果（运行前就把答案算出来——这就是 oracle / 判定基准，是验证的灵魂）；自动的通过/失败结论（测试自己判断对错，不靠人眼）。中间那条 oracle 用深色圈重点强调。可以追问学生：如果你不知道正确答案，你怎么知道 CPU 错了？引出下一页的“预期 vs 实际”。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约18分钟，本节核心。流程四步：写程序→预测结果→运行→比对。验证台本质上就是把这个比对自动化。用屏幕的例子：你预期 x3=8，CPU 也给出 8，匹配就 PASS。然后抛出关键情形：一旦两者不一致，要么是你的程序写错了，要么是 CPU 有 bug——你的任务是判断是哪一个。这一句直接通向第四周的调试。让学生体会：验证的价值就在“不一致”被发现的那一刻。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约15分钟。先给测试分类：算术、内存（写进去再读出来）、分支（跳与不跳两种都要测）、边界（0、负数、极值）。强调边界用例最容易暴露 bug。然后引入覆盖率的直观定义：你的测试到底碰过哪些指令？它能把你“忘了测的”指针出来。点到为止——具体怎么生成 coverage 报告、怎么读，交给第五周和助教 lab。让学生现在记住“覆盖率=找盲区”。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交接页：这是大课和 lab 的分界。你只需用一两分钟点题——说明接下来这部分由助教带大家在机器上动手完成，主导师不必讲实现细节。把屏幕上的命令和任务简单过一遍，让学生知道等会儿要做什么、目标是什么，然后把时间交给助教。提醒学生：遇到问题先看 trace、先讲证据，再问助教。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收尾约 2 分钟：用屏幕上这句话给本周做一个有力、正向的总结，让学生感到自己确实学到了真本事。然后预告下周主题，制造期待——一句话点出下周要解决的新问题即可。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6172200" y="251460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78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MAIN LECTURE  ·  LEAD INSTRUCTOR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</a:t>
            </a:r>
            <a:endParaRPr lang="en-US" sz="4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Testing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02920" y="33467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  </a:t>
            </a:r>
            <a:pPr indent="0" marL="0">
              <a:buNone/>
            </a:pPr>
            <a:r>
              <a:rPr lang="en-US" sz="155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engineers know a processor works correctly?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VERIFICATION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hour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3282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66" y="20424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is hard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21258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258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1468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1830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14" y="20424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6060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7772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test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019806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19806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0378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62" y="2042404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118354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8354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8564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8926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10" y="204240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63156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44868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&amp; coverage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216902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6902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Roadmap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just try it and see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processor has billions of transistors and more possible states than you could ever check by hand. Verification engineers don't test everything — they design clever tests that catch bugs before manufacturing.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0" y="1463040"/>
            <a:ext cx="3154680" cy="1371600"/>
          </a:xfrm>
          <a:prstGeom prst="roundRect">
            <a:avLst>
              <a:gd name="adj" fmla="val 6667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6642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760720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transistors on a modern chip.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2971800"/>
            <a:ext cx="31546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becomes: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0" y="341985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tests give us the most confidence?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THE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good test needs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5166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550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purpose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343400" y="165506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one specific behaviour — say, that ADD adds.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587752"/>
            <a:ext cx="8138160" cy="896112"/>
          </a:xfrm>
          <a:prstGeom prst="roundRect">
            <a:avLst>
              <a:gd name="adj" fmla="val 10204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930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73405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expected result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343400" y="273405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predict the answer before you run it. This is the oracle.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666744"/>
            <a:ext cx="813816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00964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8130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/ fail outcome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343400" y="381304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decides for itself whether the CPU was right.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THE HEART OF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program, predict the result, run it, and compare. A testbench is really just this comparison, automated.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of 5 and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PRODUCES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8348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match → 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420624" cy="42062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88" y="3908328"/>
            <a:ext cx="193487" cy="1934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69848" y="3813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ever differ, something is wrong — the program, or the CPU. Your job is to find out which.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BUILDING A SUITE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behaviours that matter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69948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556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" y="2157984"/>
            <a:ext cx="1650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SUB, immediates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592324" y="1554480"/>
            <a:ext cx="1869948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2052" y="17556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02052" y="2157984"/>
            <a:ext cx="1650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and SW round-trips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81728" y="1554480"/>
            <a:ext cx="1869948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17556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91456" y="2157984"/>
            <a:ext cx="1650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and not-taken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771132" y="1554480"/>
            <a:ext cx="1869948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80860" y="17556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80860" y="2157984"/>
            <a:ext cx="1650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zero, negatives, limits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310128"/>
            <a:ext cx="548640" cy="548640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458261"/>
            <a:ext cx="252374" cy="2523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3200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simple question: which instructions has your suite actually exercised? It reveals the gaps you forgot.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write your own tests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 will help you turn ideas into real test programs and grow your suite.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1168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1168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01168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286000"/>
            <a:ext cx="3465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starter/programs/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student_custom_test.asm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x1, x0, 10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x2, x0, 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x3, x1, x2   # expect 30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you will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39696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2103120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behaviour you want to verify.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747772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711196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assembly program for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3319272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expected result before running.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963924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63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9512" y="3927348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compare, and add it to your suite.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Lab handoff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4319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103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prove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engineer eventually meets a test that fails. Next week, we make sure of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23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bug — we have hidden one in the CPU. Your job is to catch it.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— The Art of Testing</dc:title>
  <dc:subject>PptxGenJS Presentation</dc:subject>
  <dc:creator>诺瓦留学 NOVARA</dc:creator>
  <cp:lastModifiedBy>诺瓦留学 NOVARA</cp:lastModifiedBy>
  <cp:revision>1</cp:revision>
  <dcterms:created xsi:type="dcterms:W3CDTF">2026-06-15T18:53:08Z</dcterms:created>
  <dcterms:modified xsi:type="dcterms:W3CDTF">2026-06-15T18:53:08Z</dcterms:modified>
</cp:coreProperties>
</file>