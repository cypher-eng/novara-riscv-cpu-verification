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1–2 分钟过一遍今天的节奏：告诉学生这节 60 分钟大课分成哪几块、各块大概多长时间，让他们心里有数。强调这是“主导师讲概念、助教带动手”的安排——今天先建立思路和方法，所有上机细节稍后交给助教在 lab 里逐步带。不要在这页停太久，快速进入正题。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10分钟，定调子。整堂课就一句话：不要猜，用证据。调试不是靠运气也不是玄学，而是科学方法——观察现象、提出假设、验证、不断缩小范围直到原因确凿。用深色全屏强调这句话，让学生形成肌肉记忆。可以讲个小故事：新手一遇到 bug 就乱改代码碰运气，老手先看证据。这页是本周的精神内核，后面所有步骤都是它的展开。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约15分钟。给学生一个可复用的五步流程：复现（让失败稳定出现）、观察（看 CPU 到底做了什么）、比对（预期 vs 实际在哪一步分叉）、定位（顺着分叉点找到根因）、修复并回归（改完再跑一遍证明修好了）。强调顺序不能跳，尤其不能跳过观察直接改代码。最后一步“修复并回归”用绿色，呼应验证思维——改完必须再验证。告诉学生这套流程任何工程领域都通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约20分钟，本节核心，配合 lab 的植入 bug。场景：arithmetic 测试失败，预期 x3=8 实际 2。不要猜，直接读 trace——那行写着 5 + 3 = 2，明显不可能：符号是加号，结果却像减法。证据把矛头直接指向 ADD 指令做错了运算。带学生体会“看 trace→发现自相矛盾→锁定指令”的完整推理链。提示：这个 bug 在 loop_sum 里也会显形，引出下一页根因 vs 症状。让学生现在就跃跃欲试去 lab 抓它。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约15分钟。区分症状和根因：症状是“测试给了错的数”，但去改测试只是掩盖问题；根因是“ADD 实际算的是 a−b”，改对那一行，所有相关失败一次性消失。强调工程师要修根因不修症状。再点一次“一个根因，多个症状”——arithmetic 和 loop_sum 都失败，是同一个原因。这培养系统性思维。结尾把学生交给 lab：去亲手抓这个 bug、写调试报告。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交接页：这是大课和 lab 的分界。你只需用一两分钟点题——说明接下来这部分由助教带大家在机器上动手完成，主导师不必讲实现细节。把屏幕上的命令和任务简单过一遍，让学生知道等会儿要做什么、目标是什么，然后把时间交给助教。提醒学生：遇到问题先看 trace、先讲证据，再问助教。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收尾约 2 分钟：用屏幕上这句话给本周做一个有力、正向的总结，让学生感到自己确实学到了真本事。然后预告下周主题，制造期待——一句话点出下周要解决的新问题即可。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"/>
          </a:blip>
          <a:stretch>
            <a:fillRect/>
          </a:stretch>
        </p:blipFill>
        <p:spPr>
          <a:xfrm>
            <a:off x="6172200" y="2514600"/>
            <a:ext cx="3383280" cy="3383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789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MAIN LECTURE  ·  LEAD INSTRUCTOR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1874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4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502920" y="334670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   </a:t>
            </a:r>
            <a:pPr indent="0" marL="0">
              <a:buNone/>
            </a:pPr>
            <a:r>
              <a:rPr lang="en-US" sz="1550" i="1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an engineer do when a test fails?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· DEBUGGING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hour covers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3282" y="1874520"/>
            <a:ext cx="621792" cy="621792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166" y="2042404"/>
            <a:ext cx="286024" cy="286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9224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guesses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21258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1258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1468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11830" y="1874520"/>
            <a:ext cx="621792" cy="62179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714" y="2042404"/>
            <a:ext cx="286024" cy="286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66060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747772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five-step loop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3019806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19806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00016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10378" y="1874520"/>
            <a:ext cx="621792" cy="621792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262" y="2042404"/>
            <a:ext cx="286024" cy="2860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64608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846320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as evidence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5118354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18354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98564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08926" y="1874520"/>
            <a:ext cx="621792" cy="62179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810" y="2042404"/>
            <a:ext cx="286024" cy="2860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63156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944868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vs symptom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7216902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216902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· Roadmap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344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 OF DEBUGGING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6916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guess. Use evidence.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280160" y="29260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is not luck and it is not magic. It is the scientific method: observe what happened, form a hypothesis, test it, and narrow down until the cause is undeniable.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· THE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five-step debugging loop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84048" cy="384048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33272" y="1417320"/>
            <a:ext cx="7607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failure happen reliably.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384048" cy="384048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3272" y="2057400"/>
            <a:ext cx="7607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exactly what the CPU did.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384048" cy="384048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33272" y="2697480"/>
            <a:ext cx="7607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 actual — where do they diverge?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384048" cy="384048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33272" y="3337560"/>
            <a:ext cx="7607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divergence back to its root cause.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02336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3977640"/>
            <a:ext cx="7607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retest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it, then prove the fix worked.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· THE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trace catch the bug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fails. Instead of guessing, we read the trace — and the contradiction is right there.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</a:t>
            </a:r>
            <a:pPr indent="0" marL="0">
              <a:buNone/>
            </a:pPr>
            <a:r>
              <a:rPr lang="en-US" sz="1300" b="1" dirty="0">
                <a:solidFill>
                  <a:srgbClr val="16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arithmetic_basic.asm — expected x3=8 but got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8138160" cy="1280160"/>
          </a:xfrm>
          <a:prstGeom prst="roundRect">
            <a:avLst>
              <a:gd name="adj" fmla="val 5714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14300" dist="38100" dir="5400000">
              <a:srgbClr val="0B1622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377440"/>
            <a:ext cx="100584" cy="100584"/>
          </a:xfrm>
          <a:prstGeom prst="ellipse">
            <a:avLst/>
          </a:prstGeom>
          <a:solidFill>
            <a:srgbClr val="E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2377440"/>
            <a:ext cx="100584" cy="100584"/>
          </a:xfrm>
          <a:prstGeom prst="ellipse">
            <a:avLst/>
          </a:prstGeom>
          <a:solidFill>
            <a:srgbClr val="F5BE4F"/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" y="2377440"/>
            <a:ext cx="100584" cy="100584"/>
          </a:xfrm>
          <a:prstGeom prst="ellipse">
            <a:avLst/>
          </a:prstGeom>
          <a:solidFill>
            <a:srgbClr val="5FD08A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651760"/>
            <a:ext cx="7626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PC=0  ADDI x1, x0, 5  | x1 = 0 + 5 = 5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PC=1  ADDI x2, x0, 3  | x2 = 0 + 3 = 3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PC=2  ADD  x3, x1, x2 | x3 = 5 + 3 = 2   &lt;-- impossible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703320"/>
            <a:ext cx="420624" cy="42062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488" y="3816888"/>
            <a:ext cx="193487" cy="19348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9848" y="37216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says "+" but 5 + 3 is not 2. The ADD instruction must be doing the wrong operation.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· THINK DEEPER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cause, not symptom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64792"/>
            <a:ext cx="493776" cy="493776"/>
          </a:xfrm>
          <a:prstGeom prst="ellipse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560" y="1898112"/>
            <a:ext cx="227137" cy="2271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symptom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5528" y="2423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test gives the wrong number." True — but patching the test hides the problem instead of solving it.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4709160" y="150876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764792"/>
            <a:ext cx="493776" cy="493776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800" y="1898112"/>
            <a:ext cx="227137" cy="2271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01768" y="2423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computes a − b instead of a + b." Fix that one line and every failing test passes at once.</a:t>
            </a:r>
            <a:endParaRPr lang="en-US" sz="1280" dirty="0"/>
          </a:p>
        </p:txBody>
      </p:sp>
      <p:sp>
        <p:nvSpPr>
          <p:cNvPr id="14" name="Text 10"/>
          <p:cNvSpPr/>
          <p:nvPr/>
        </p:nvSpPr>
        <p:spPr>
          <a:xfrm>
            <a:off x="502920" y="3657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cause can produce many symptoms — here, both the arithmetic test and the loop test fail for the same reason.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TAs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lab: the debugging challenge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has been planted in the CPU. Your TAs are there to coach your reasoning — not to hand you the answer.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14300" dist="38100" dir="5400000">
              <a:srgbClr val="0B1622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011680"/>
            <a:ext cx="100584" cy="100584"/>
          </a:xfrm>
          <a:prstGeom prst="ellipse">
            <a:avLst/>
          </a:prstGeom>
          <a:solidFill>
            <a:srgbClr val="E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2011680"/>
            <a:ext cx="100584" cy="100584"/>
          </a:xfrm>
          <a:prstGeom prst="ellipse">
            <a:avLst/>
          </a:prstGeom>
          <a:solidFill>
            <a:srgbClr val="F5BE4F"/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" y="2011680"/>
            <a:ext cx="100584" cy="100584"/>
          </a:xfrm>
          <a:prstGeom prst="ellipse">
            <a:avLst/>
          </a:prstGeom>
          <a:solidFill>
            <a:srgbClr val="5FD08A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286000"/>
            <a:ext cx="34655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./riscv_testbench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[FAIL] arithmetic_basic.asm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expected x3=8 but got 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PC=2 ADD x3,x1,x2 | 5 + 3 = 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memory_basic.asm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006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 you will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139696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9512" y="2103120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testbench and find which test fails.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2747772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7477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9512" y="2711196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trace and spot the contradiction.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3355848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39512" y="3319272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root cause in your own words.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00600" y="3963924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963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39512" y="3927348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code, retest, and write your debugging report.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· Lab handoff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3444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1431950"/>
            <a:ext cx="336499" cy="3364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103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find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fix faults.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2920" y="3200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done the engineering. The last skill is making others understand it.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4023360"/>
            <a:ext cx="7315200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02336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communication — measure what you tested, and present like an engineer.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 — Finding the Bug</dc:title>
  <dc:subject>PptxGenJS Presentation</dc:subject>
  <dc:creator>诺瓦留学 NOVARA</dc:creator>
  <cp:lastModifiedBy>诺瓦留学 NOVARA</cp:lastModifiedBy>
  <cp:revision>1</cp:revision>
  <dcterms:created xsi:type="dcterms:W3CDTF">2026-06-15T18:53:08Z</dcterms:created>
  <dcterms:modified xsi:type="dcterms:W3CDTF">2026-06-15T18:53:08Z</dcterms:modified>
</cp:coreProperties>
</file>