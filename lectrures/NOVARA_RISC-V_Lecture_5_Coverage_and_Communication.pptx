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Exercised</c:v>
                </c:pt>
                <c:pt idx="1">
                  <c:v>Untested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</c:v>
                </c:pt>
                <c:pt idx="1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1–2 分钟过一遍今天的节奏：告诉学生这节 60 分钟大课分成哪几块、各块大概多长时间，让他们心里有数。强调这是“主导师讲概念、助教带动手”的安排——今天先建立思路和方法，所有上机细节稍后交给助教在 lab 里逐步带。不要在这页停太久，快速进入正题。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约13分钟。覆盖率把“我觉得都测了”变成一个可核查的数字：你的测试到底碰过哪些指令。用环形图展示 19/20。重点落在那个缺口——BLT 从没被测过，这正是给学生的现成练习：你接下来会补哪个测试？（答案就是给 BLT 写一个分支测试。）让学生明白覆盖率的用途是发现盲区，而不是炫耀数字。下一页紧接着泼一盆冷水：高覆盖率也不等于没 bug。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约12分钟。给学生一份职业诚实感。引用 Dijkstra 的思想（用改写、非逐字引用）：测试只能证明 bug 存在，永远无法证明 bug 不存在。推论：100% 覆盖率也不等于没 bug——你可以执行一条指令，但没覆盖它会遇到的所有取值。所以目标要高于数字本身，多想最可能出错的边界情形。这一课对申请理工科的学生尤其重要：成熟的工程判断比漂亮的指标更打动人。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约20分钟，本节核心。给学生一个清晰的汇报骨架，五个问题依次回答：解决了什么问题？搭了什么系统？怎么验证的？调了什么 bug？学到了什么？强调顺序就是一条故事线——从问题到系统到验证到调试到反思。提醒：每一部分都要有证据（trace、覆盖率数字、测试结果），不要空谈。可以现场让学生用一句话各回答一个问题练练。这直接对应结课的 presentation 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给出好工程沟通的四个标准：清晰的图、简单的例子、诚实的反思、有证据支撑的论断。逐一举例对照学生作品。然后坦诚谈推荐信：不是人人都有、也不是自动发放，而是看是否有实质技术贡献、清晰理解和专业表达，强有力的结课交付物就是证明方式。把话说清楚、说公平，既给动力也设定预期。最后过渡到收尾页和 lab：生成覆盖率、补 BLT 测试、做最终汇报。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交接页：这是大课和 lab 的分界。你只需用一两分钟点题——说明接下来这部分由助教带大家在机器上动手完成，主导师不必讲实现细节。把屏幕上的命令和任务简单过一遍，让学生知道等会儿要做什么、目标是什么，然后把时间交给助教。提醒学生：遇到问题先看 trace、先讲证据，再问助教。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收尾约 2 分钟：用屏幕上这句话给本周做一个有力、正向的总结，让学生感到自己确实学到了真本事。这是整门课的收尾：把视野从这个小 CPU 拉到世界上最大的芯片，告诉学生同样的思维方式可以一路放大。鼓励他们把作品和反思放进申请材料。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6172200" y="251460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78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MAIN LECTURE  ·  LEAD INSTRUCTOR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</a:t>
            </a:r>
            <a:endParaRPr lang="en-US" sz="4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02920" y="33467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  </a:t>
            </a:r>
            <a:pPr indent="0" marL="0">
              <a:buNone/>
            </a:pPr>
            <a:r>
              <a:rPr lang="en-US" sz="155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engineers explain technical work clearly?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ENGINEERING COMMUNICATION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hour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3282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66" y="20424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coverage tells you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21258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258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1468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1830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14" y="20424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6060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7772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testing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019806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19806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0378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62" y="2042404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your work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118354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8354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8564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8926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10" y="204240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63156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44868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216902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6902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Roadmap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MEASURE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finds the gaps you forgot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reports which instructions your tests actually exercised. It turns "I think I tested everything" into a number you can check.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212080" y="123444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02920" y="29718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320040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97" y="33386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7238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8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gap remains: </a:t>
            </a:r>
            <a:pPr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 is never tested. That is your cue — what test would you add next?</a:t>
            </a:r>
            <a:endParaRPr lang="en-US" sz="1280" dirty="0"/>
          </a:p>
        </p:txBody>
      </p:sp>
      <p:sp>
        <p:nvSpPr>
          <p:cNvPr id="11" name="Text 7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STAY 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a guide, not a guarantee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0E1B2E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can show that bugs are present — it can never prove that none remain.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principle from computer scientist Edsger Dijkstra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3264408"/>
            <a:ext cx="3474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≠ bug-free.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run an instruction without testing every value it might meet.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31546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3264408"/>
            <a:ext cx="3474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aim higher than numbers.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cases most likely to break things, not just the easy ones.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TELL THE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a good talk answers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384048" cy="384048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81" y="167646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48132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48132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did you solve?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02920" y="2157984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2249424"/>
            <a:ext cx="384048" cy="38404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81" y="2353117"/>
            <a:ext cx="176662" cy="176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2728" y="21579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45920" y="215798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 did you build?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2926080"/>
            <a:ext cx="384048" cy="384048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81" y="3029773"/>
            <a:ext cx="176662" cy="176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2834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2834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verify it?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02920" y="3511296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602736"/>
            <a:ext cx="384048" cy="38404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1" y="3706429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2728" y="351129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45920" y="351129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bug did you debug?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502920" y="418795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4279392"/>
            <a:ext cx="384048" cy="384048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81" y="4383085"/>
            <a:ext cx="176662" cy="176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52728" y="41879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418795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learn?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THE BAR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strong work looks like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69948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1862" y="1682496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119" y="182075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2267712"/>
            <a:ext cx="1723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diagrams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92324" y="1481328"/>
            <a:ext cx="1869948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71266" y="1682496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523" y="1820753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65476" y="2267712"/>
            <a:ext cx="1723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81728" y="1481328"/>
            <a:ext cx="1869948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60670" y="1682496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927" y="1820753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267712"/>
            <a:ext cx="1723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771132" y="1481328"/>
            <a:ext cx="1869948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50074" y="1682496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331" y="1820753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44284" y="2267712"/>
            <a:ext cx="1723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claims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292608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13816" y="3218688"/>
            <a:ext cx="603504" cy="603504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62" y="3381634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307238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recommendation letters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600200" y="340156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2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considered — never automatic — for students who show meaningful technical contribution, clear understanding, and professional communication. Strong final deliverables are how you show it.</a:t>
            </a:r>
            <a:endParaRPr lang="en-US" sz="1220" dirty="0"/>
          </a:p>
        </p:txBody>
      </p:sp>
      <p:sp>
        <p:nvSpPr>
          <p:cNvPr id="25" name="Text 18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coverage &amp; final presentation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 will help you measure your work and shape it into a clear final presentation.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1168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1168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01168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286000"/>
            <a:ext cx="3465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starter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coverage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 exercised: 19/20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 ADD  SUB  ...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 BLT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tested: BLT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you will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39696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2103120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read your coverage report.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747772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711196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test you would add next (hint: BLT).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3319272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your final report and slides.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963924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63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9512" y="3927348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project's story — clearly and with evidence.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· Lab handoff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15763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7830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students to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engineers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five weeks.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read a CPU, test it, debug it from evidence, measure your work, and explain it clearly. That is real engineering.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23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— the same mindset scales from this CPU to the largest chips in the world.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 — Coverage &amp; Communication</dc:title>
  <dc:subject>PptxGenJS Presentation</dc:subject>
  <dc:creator>诺瓦留学 NOVARA</dc:creator>
  <cp:lastModifiedBy>诺瓦留学 NOVARA</cp:lastModifiedBy>
  <cp:revision>1</cp:revision>
  <dcterms:created xsi:type="dcterms:W3CDTF">2026-06-15T18:53:08Z</dcterms:created>
  <dcterms:modified xsi:type="dcterms:W3CDTF">2026-06-15T18:53:08Z</dcterms:modified>
</cp:coreProperties>
</file>